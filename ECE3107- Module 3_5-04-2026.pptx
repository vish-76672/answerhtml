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654" r:id="rId4"/>
    <p:sldId id="690" r:id="rId5"/>
    <p:sldId id="691" r:id="rId6"/>
    <p:sldId id="692" r:id="rId7"/>
    <p:sldId id="693" r:id="rId8"/>
    <p:sldId id="694" r:id="rId9"/>
    <p:sldId id="698" r:id="rId10"/>
    <p:sldId id="695" r:id="rId11"/>
    <p:sldId id="696" r:id="rId12"/>
    <p:sldId id="697" r:id="rId13"/>
    <p:sldId id="704" r:id="rId14"/>
    <p:sldId id="699" r:id="rId15"/>
    <p:sldId id="700" r:id="rId16"/>
    <p:sldId id="701" r:id="rId17"/>
    <p:sldId id="702" r:id="rId18"/>
    <p:sldId id="703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Segoe U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0A2F"/>
    <a:srgbClr val="FF0000"/>
    <a:srgbClr val="FF66CC"/>
    <a:srgbClr val="545C57"/>
    <a:srgbClr val="0073B6"/>
    <a:srgbClr val="FFF2CC"/>
    <a:srgbClr val="FFFFFF"/>
    <a:srgbClr val="FBE5D6"/>
    <a:srgbClr val="F4B183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CE"/>
          </a:solidFill>
        </a:fill>
      </a:tcStyle>
    </a:wholeTbl>
    <a:band2H>
      <a:tcTxStyle/>
      <a:tcStyle>
        <a:tcBdr/>
        <a:fill>
          <a:solidFill>
            <a:srgbClr val="E6E7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/>
      <a:tcStyle>
        <a:tcBdr/>
        <a:fill>
          <a:solidFill>
            <a:srgbClr val="E6E8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FCA"/>
          </a:solidFill>
        </a:fill>
      </a:tcStyle>
    </a:wholeTbl>
    <a:band2H>
      <a:tcTxStyle/>
      <a:tcStyle>
        <a:tcBdr/>
        <a:fill>
          <a:solidFill>
            <a:srgbClr val="FFE8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0" autoAdjust="0"/>
    <p:restoredTop sz="94684" autoAdjust="0"/>
  </p:normalViewPr>
  <p:slideViewPr>
    <p:cSldViewPr snapToGrid="0">
      <p:cViewPr varScale="1">
        <p:scale>
          <a:sx n="41" d="100"/>
          <a:sy n="41" d="100"/>
        </p:scale>
        <p:origin x="52" y="3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224E9C-0F39-4912-9534-D982ECC6F42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61EABD4-0938-4CAD-92C8-655B745BBFBA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Camera calibration</a:t>
          </a:r>
          <a:endParaRPr lang="en-US" dirty="0">
            <a:solidFill>
              <a:schemeClr val="tx1"/>
            </a:solidFill>
          </a:endParaRPr>
        </a:p>
      </dgm:t>
    </dgm:pt>
    <dgm:pt modelId="{98A50E69-DD91-42BF-9E71-0887BDE4B9AB}" type="parTrans" cxnId="{30C33434-9013-4CC0-81EB-15F820808E32}">
      <dgm:prSet/>
      <dgm:spPr/>
      <dgm:t>
        <a:bodyPr/>
        <a:lstStyle/>
        <a:p>
          <a:endParaRPr lang="en-US"/>
        </a:p>
      </dgm:t>
    </dgm:pt>
    <dgm:pt modelId="{B71EF2DB-960D-4584-8775-8149B93AD461}" type="sibTrans" cxnId="{30C33434-9013-4CC0-81EB-15F820808E32}">
      <dgm:prSet/>
      <dgm:spPr/>
      <dgm:t>
        <a:bodyPr/>
        <a:lstStyle/>
        <a:p>
          <a:endParaRPr lang="en-US"/>
        </a:p>
      </dgm:t>
    </dgm:pt>
    <dgm:pt modelId="{04847F16-E2B8-40B4-A567-5C01B3A7F786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Find object location and orientation</a:t>
          </a:r>
          <a:endParaRPr lang="en-US" dirty="0">
            <a:solidFill>
              <a:schemeClr val="tx1"/>
            </a:solidFill>
          </a:endParaRPr>
        </a:p>
      </dgm:t>
    </dgm:pt>
    <dgm:pt modelId="{1A62D5D6-6614-44FD-B51B-6F4EA7C3DE5C}" type="parTrans" cxnId="{7E80081D-BBED-440E-B903-8183D2767AAB}">
      <dgm:prSet/>
      <dgm:spPr/>
      <dgm:t>
        <a:bodyPr/>
        <a:lstStyle/>
        <a:p>
          <a:endParaRPr lang="en-US"/>
        </a:p>
      </dgm:t>
    </dgm:pt>
    <dgm:pt modelId="{08B51D50-59F8-4BC4-A7CD-CF990830F7D0}" type="sibTrans" cxnId="{7E80081D-BBED-440E-B903-8183D2767AAB}">
      <dgm:prSet/>
      <dgm:spPr/>
      <dgm:t>
        <a:bodyPr/>
        <a:lstStyle/>
        <a:p>
          <a:endParaRPr lang="en-US"/>
        </a:p>
      </dgm:t>
    </dgm:pt>
    <dgm:pt modelId="{F17336D1-6BD3-4C26-B000-7000028BF46E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Determine robot path</a:t>
          </a:r>
          <a:endParaRPr lang="en-US" dirty="0">
            <a:solidFill>
              <a:schemeClr val="tx1"/>
            </a:solidFill>
          </a:endParaRPr>
        </a:p>
      </dgm:t>
    </dgm:pt>
    <dgm:pt modelId="{4B5F23B7-3D2D-4F2A-AB19-B1DB4B06EDEA}" type="parTrans" cxnId="{09644B75-A006-47D2-AFE5-37A36E4DF046}">
      <dgm:prSet/>
      <dgm:spPr/>
      <dgm:t>
        <a:bodyPr/>
        <a:lstStyle/>
        <a:p>
          <a:endParaRPr lang="en-US"/>
        </a:p>
      </dgm:t>
    </dgm:pt>
    <dgm:pt modelId="{A32666D7-5DFA-44D1-9536-DD6A889F93BF}" type="sibTrans" cxnId="{09644B75-A006-47D2-AFE5-37A36E4DF046}">
      <dgm:prSet/>
      <dgm:spPr/>
      <dgm:t>
        <a:bodyPr/>
        <a:lstStyle/>
        <a:p>
          <a:endParaRPr lang="en-US"/>
        </a:p>
      </dgm:t>
    </dgm:pt>
    <dgm:pt modelId="{2805C983-34DB-4254-8599-35E0F7E1589D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Move each robot  joint</a:t>
          </a:r>
          <a:endParaRPr lang="en-US" dirty="0">
            <a:solidFill>
              <a:schemeClr val="tx1"/>
            </a:solidFill>
          </a:endParaRPr>
        </a:p>
      </dgm:t>
    </dgm:pt>
    <dgm:pt modelId="{1A98804C-9042-4098-A33F-26C5296CA680}" type="parTrans" cxnId="{3A139162-B92E-482F-9AAF-2C7CAB0766AA}">
      <dgm:prSet/>
      <dgm:spPr/>
      <dgm:t>
        <a:bodyPr/>
        <a:lstStyle/>
        <a:p>
          <a:endParaRPr lang="en-US"/>
        </a:p>
      </dgm:t>
    </dgm:pt>
    <dgm:pt modelId="{C0709E7A-A486-477F-856E-66D719AD3E67}" type="sibTrans" cxnId="{3A139162-B92E-482F-9AAF-2C7CAB0766AA}">
      <dgm:prSet/>
      <dgm:spPr/>
      <dgm:t>
        <a:bodyPr/>
        <a:lstStyle/>
        <a:p>
          <a:endParaRPr lang="en-US"/>
        </a:p>
      </dgm:t>
    </dgm:pt>
    <dgm:pt modelId="{B4B5FBEC-DCC3-4AB4-8AFB-087AB2B6C949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Open and close the gripper</a:t>
          </a:r>
          <a:endParaRPr lang="en-US" dirty="0">
            <a:solidFill>
              <a:schemeClr val="tx1"/>
            </a:solidFill>
          </a:endParaRPr>
        </a:p>
      </dgm:t>
    </dgm:pt>
    <dgm:pt modelId="{51E32EF4-BEA7-4C71-9AE0-C04FD5EE36C7}" type="parTrans" cxnId="{5277DC06-7240-4138-9E6F-115DC9C2EA80}">
      <dgm:prSet/>
      <dgm:spPr/>
      <dgm:t>
        <a:bodyPr/>
        <a:lstStyle/>
        <a:p>
          <a:endParaRPr lang="en-US"/>
        </a:p>
      </dgm:t>
    </dgm:pt>
    <dgm:pt modelId="{419D889C-FDB7-4375-94F5-0652351B43E0}" type="sibTrans" cxnId="{5277DC06-7240-4138-9E6F-115DC9C2EA80}">
      <dgm:prSet/>
      <dgm:spPr/>
      <dgm:t>
        <a:bodyPr/>
        <a:lstStyle/>
        <a:p>
          <a:endParaRPr lang="en-US"/>
        </a:p>
      </dgm:t>
    </dgm:pt>
    <dgm:pt modelId="{DC5D97AC-4D97-4CBA-BD20-67916ECD507F}" type="pres">
      <dgm:prSet presAssocID="{21224E9C-0F39-4912-9534-D982ECC6F423}" presName="Name0" presStyleCnt="0">
        <dgm:presLayoutVars>
          <dgm:dir/>
          <dgm:resizeHandles val="exact"/>
        </dgm:presLayoutVars>
      </dgm:prSet>
      <dgm:spPr/>
    </dgm:pt>
    <dgm:pt modelId="{C275D6FD-8FB8-43DD-BFC9-2C0C4F215750}" type="pres">
      <dgm:prSet presAssocID="{E61EABD4-0938-4CAD-92C8-655B745BBFBA}" presName="node" presStyleLbl="node1" presStyleIdx="0" presStyleCnt="5">
        <dgm:presLayoutVars>
          <dgm:bulletEnabled val="1"/>
        </dgm:presLayoutVars>
      </dgm:prSet>
      <dgm:spPr/>
    </dgm:pt>
    <dgm:pt modelId="{34B5DCD4-CA8A-4C73-BE2E-E5E1CDB5D0CC}" type="pres">
      <dgm:prSet presAssocID="{B71EF2DB-960D-4584-8775-8149B93AD461}" presName="sibTrans" presStyleLbl="sibTrans2D1" presStyleIdx="0" presStyleCnt="4"/>
      <dgm:spPr/>
    </dgm:pt>
    <dgm:pt modelId="{1F7D8B0A-0630-499B-8754-169CFC37B9F4}" type="pres">
      <dgm:prSet presAssocID="{B71EF2DB-960D-4584-8775-8149B93AD461}" presName="connectorText" presStyleLbl="sibTrans2D1" presStyleIdx="0" presStyleCnt="4"/>
      <dgm:spPr/>
    </dgm:pt>
    <dgm:pt modelId="{C937A8F0-F001-457B-B75C-0D77C3478DF7}" type="pres">
      <dgm:prSet presAssocID="{04847F16-E2B8-40B4-A567-5C01B3A7F78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DBA0B8-C8EE-4B0C-B3D9-40FE5C0E3808}" type="pres">
      <dgm:prSet presAssocID="{08B51D50-59F8-4BC4-A7CD-CF990830F7D0}" presName="sibTrans" presStyleLbl="sibTrans2D1" presStyleIdx="1" presStyleCnt="4"/>
      <dgm:spPr/>
    </dgm:pt>
    <dgm:pt modelId="{9EFDB135-A317-4615-A5A6-7852BF261C9C}" type="pres">
      <dgm:prSet presAssocID="{08B51D50-59F8-4BC4-A7CD-CF990830F7D0}" presName="connectorText" presStyleLbl="sibTrans2D1" presStyleIdx="1" presStyleCnt="4"/>
      <dgm:spPr/>
    </dgm:pt>
    <dgm:pt modelId="{3020CC1F-3222-4556-BFAE-B29703BBBBA6}" type="pres">
      <dgm:prSet presAssocID="{F17336D1-6BD3-4C26-B000-7000028BF46E}" presName="node" presStyleLbl="node1" presStyleIdx="2" presStyleCnt="5">
        <dgm:presLayoutVars>
          <dgm:bulletEnabled val="1"/>
        </dgm:presLayoutVars>
      </dgm:prSet>
      <dgm:spPr/>
    </dgm:pt>
    <dgm:pt modelId="{E4598775-EC55-4C27-8399-12121F8D479D}" type="pres">
      <dgm:prSet presAssocID="{A32666D7-5DFA-44D1-9536-DD6A889F93BF}" presName="sibTrans" presStyleLbl="sibTrans2D1" presStyleIdx="2" presStyleCnt="4"/>
      <dgm:spPr/>
    </dgm:pt>
    <dgm:pt modelId="{45D82721-462B-4A93-A501-6ABAADBFA57C}" type="pres">
      <dgm:prSet presAssocID="{A32666D7-5DFA-44D1-9536-DD6A889F93BF}" presName="connectorText" presStyleLbl="sibTrans2D1" presStyleIdx="2" presStyleCnt="4"/>
      <dgm:spPr/>
    </dgm:pt>
    <dgm:pt modelId="{2CE12FA5-6B5C-4746-9F36-9E1EEA91D752}" type="pres">
      <dgm:prSet presAssocID="{2805C983-34DB-4254-8599-35E0F7E1589D}" presName="node" presStyleLbl="node1" presStyleIdx="3" presStyleCnt="5">
        <dgm:presLayoutVars>
          <dgm:bulletEnabled val="1"/>
        </dgm:presLayoutVars>
      </dgm:prSet>
      <dgm:spPr/>
    </dgm:pt>
    <dgm:pt modelId="{A1FB798E-9389-461B-9CCE-539B900C0EEF}" type="pres">
      <dgm:prSet presAssocID="{C0709E7A-A486-477F-856E-66D719AD3E67}" presName="sibTrans" presStyleLbl="sibTrans2D1" presStyleIdx="3" presStyleCnt="4"/>
      <dgm:spPr/>
    </dgm:pt>
    <dgm:pt modelId="{58064187-BD70-4170-8CF2-A84C25259361}" type="pres">
      <dgm:prSet presAssocID="{C0709E7A-A486-477F-856E-66D719AD3E67}" presName="connectorText" presStyleLbl="sibTrans2D1" presStyleIdx="3" presStyleCnt="4"/>
      <dgm:spPr/>
    </dgm:pt>
    <dgm:pt modelId="{39604ED6-57FA-4575-BA61-413E0542EFDF}" type="pres">
      <dgm:prSet presAssocID="{B4B5FBEC-DCC3-4AB4-8AFB-087AB2B6C949}" presName="node" presStyleLbl="node1" presStyleIdx="4" presStyleCnt="5">
        <dgm:presLayoutVars>
          <dgm:bulletEnabled val="1"/>
        </dgm:presLayoutVars>
      </dgm:prSet>
      <dgm:spPr/>
    </dgm:pt>
  </dgm:ptLst>
  <dgm:cxnLst>
    <dgm:cxn modelId="{30C33434-9013-4CC0-81EB-15F820808E32}" srcId="{21224E9C-0F39-4912-9534-D982ECC6F423}" destId="{E61EABD4-0938-4CAD-92C8-655B745BBFBA}" srcOrd="0" destOrd="0" parTransId="{98A50E69-DD91-42BF-9E71-0887BDE4B9AB}" sibTransId="{B71EF2DB-960D-4584-8775-8149B93AD461}"/>
    <dgm:cxn modelId="{C0A56D6D-BB3A-4802-BC89-B147FDA082D5}" type="presOf" srcId="{21224E9C-0F39-4912-9534-D982ECC6F423}" destId="{DC5D97AC-4D97-4CBA-BD20-67916ECD507F}" srcOrd="0" destOrd="0" presId="urn:microsoft.com/office/officeart/2005/8/layout/process1"/>
    <dgm:cxn modelId="{A619CF62-DE06-45D0-B8AF-3E59039BBD14}" type="presOf" srcId="{B4B5FBEC-DCC3-4AB4-8AFB-087AB2B6C949}" destId="{39604ED6-57FA-4575-BA61-413E0542EFDF}" srcOrd="0" destOrd="0" presId="urn:microsoft.com/office/officeart/2005/8/layout/process1"/>
    <dgm:cxn modelId="{929F561B-5747-4D34-AC59-69C455BB338A}" type="presOf" srcId="{F17336D1-6BD3-4C26-B000-7000028BF46E}" destId="{3020CC1F-3222-4556-BFAE-B29703BBBBA6}" srcOrd="0" destOrd="0" presId="urn:microsoft.com/office/officeart/2005/8/layout/process1"/>
    <dgm:cxn modelId="{3E59197B-B923-4519-B0FA-A5D73FA99458}" type="presOf" srcId="{E61EABD4-0938-4CAD-92C8-655B745BBFBA}" destId="{C275D6FD-8FB8-43DD-BFC9-2C0C4F215750}" srcOrd="0" destOrd="0" presId="urn:microsoft.com/office/officeart/2005/8/layout/process1"/>
    <dgm:cxn modelId="{3A139162-B92E-482F-9AAF-2C7CAB0766AA}" srcId="{21224E9C-0F39-4912-9534-D982ECC6F423}" destId="{2805C983-34DB-4254-8599-35E0F7E1589D}" srcOrd="3" destOrd="0" parTransId="{1A98804C-9042-4098-A33F-26C5296CA680}" sibTransId="{C0709E7A-A486-477F-856E-66D719AD3E67}"/>
    <dgm:cxn modelId="{48EC9859-45BA-4A68-900D-08339E5D37FF}" type="presOf" srcId="{08B51D50-59F8-4BC4-A7CD-CF990830F7D0}" destId="{17DBA0B8-C8EE-4B0C-B3D9-40FE5C0E3808}" srcOrd="0" destOrd="0" presId="urn:microsoft.com/office/officeart/2005/8/layout/process1"/>
    <dgm:cxn modelId="{4956F0BA-6ED4-4C1B-BB55-FFB35F7947DF}" type="presOf" srcId="{A32666D7-5DFA-44D1-9536-DD6A889F93BF}" destId="{E4598775-EC55-4C27-8399-12121F8D479D}" srcOrd="0" destOrd="0" presId="urn:microsoft.com/office/officeart/2005/8/layout/process1"/>
    <dgm:cxn modelId="{F9E6D696-F435-4375-88EA-7CD39349B5B3}" type="presOf" srcId="{C0709E7A-A486-477F-856E-66D719AD3E67}" destId="{A1FB798E-9389-461B-9CCE-539B900C0EEF}" srcOrd="0" destOrd="0" presId="urn:microsoft.com/office/officeart/2005/8/layout/process1"/>
    <dgm:cxn modelId="{85E7911B-74FC-4537-9510-8E57E712F32E}" type="presOf" srcId="{C0709E7A-A486-477F-856E-66D719AD3E67}" destId="{58064187-BD70-4170-8CF2-A84C25259361}" srcOrd="1" destOrd="0" presId="urn:microsoft.com/office/officeart/2005/8/layout/process1"/>
    <dgm:cxn modelId="{939C7885-42AD-477B-BACE-D5D980C13D1B}" type="presOf" srcId="{2805C983-34DB-4254-8599-35E0F7E1589D}" destId="{2CE12FA5-6B5C-4746-9F36-9E1EEA91D752}" srcOrd="0" destOrd="0" presId="urn:microsoft.com/office/officeart/2005/8/layout/process1"/>
    <dgm:cxn modelId="{5277DC06-7240-4138-9E6F-115DC9C2EA80}" srcId="{21224E9C-0F39-4912-9534-D982ECC6F423}" destId="{B4B5FBEC-DCC3-4AB4-8AFB-087AB2B6C949}" srcOrd="4" destOrd="0" parTransId="{51E32EF4-BEA7-4C71-9AE0-C04FD5EE36C7}" sibTransId="{419D889C-FDB7-4375-94F5-0652351B43E0}"/>
    <dgm:cxn modelId="{E669E569-32EA-4AFC-81CA-B28128C241F1}" type="presOf" srcId="{B71EF2DB-960D-4584-8775-8149B93AD461}" destId="{1F7D8B0A-0630-499B-8754-169CFC37B9F4}" srcOrd="1" destOrd="0" presId="urn:microsoft.com/office/officeart/2005/8/layout/process1"/>
    <dgm:cxn modelId="{7E80081D-BBED-440E-B903-8183D2767AAB}" srcId="{21224E9C-0F39-4912-9534-D982ECC6F423}" destId="{04847F16-E2B8-40B4-A567-5C01B3A7F786}" srcOrd="1" destOrd="0" parTransId="{1A62D5D6-6614-44FD-B51B-6F4EA7C3DE5C}" sibTransId="{08B51D50-59F8-4BC4-A7CD-CF990830F7D0}"/>
    <dgm:cxn modelId="{09644B75-A006-47D2-AFE5-37A36E4DF046}" srcId="{21224E9C-0F39-4912-9534-D982ECC6F423}" destId="{F17336D1-6BD3-4C26-B000-7000028BF46E}" srcOrd="2" destOrd="0" parTransId="{4B5F23B7-3D2D-4F2A-AB19-B1DB4B06EDEA}" sibTransId="{A32666D7-5DFA-44D1-9536-DD6A889F93BF}"/>
    <dgm:cxn modelId="{BFB06474-D4C6-408C-8156-F07EB786AF30}" type="presOf" srcId="{B71EF2DB-960D-4584-8775-8149B93AD461}" destId="{34B5DCD4-CA8A-4C73-BE2E-E5E1CDB5D0CC}" srcOrd="0" destOrd="0" presId="urn:microsoft.com/office/officeart/2005/8/layout/process1"/>
    <dgm:cxn modelId="{409156E6-D939-4983-BF91-8B2339E6D589}" type="presOf" srcId="{08B51D50-59F8-4BC4-A7CD-CF990830F7D0}" destId="{9EFDB135-A317-4615-A5A6-7852BF261C9C}" srcOrd="1" destOrd="0" presId="urn:microsoft.com/office/officeart/2005/8/layout/process1"/>
    <dgm:cxn modelId="{B4021CC3-D652-4929-82B5-F44A0FD7068A}" type="presOf" srcId="{04847F16-E2B8-40B4-A567-5C01B3A7F786}" destId="{C937A8F0-F001-457B-B75C-0D77C3478DF7}" srcOrd="0" destOrd="0" presId="urn:microsoft.com/office/officeart/2005/8/layout/process1"/>
    <dgm:cxn modelId="{03AA5FDC-BB93-46EB-84EB-88BDEE63E87A}" type="presOf" srcId="{A32666D7-5DFA-44D1-9536-DD6A889F93BF}" destId="{45D82721-462B-4A93-A501-6ABAADBFA57C}" srcOrd="1" destOrd="0" presId="urn:microsoft.com/office/officeart/2005/8/layout/process1"/>
    <dgm:cxn modelId="{185F5DE3-E71B-4685-821C-9A18C3121BA3}" type="presParOf" srcId="{DC5D97AC-4D97-4CBA-BD20-67916ECD507F}" destId="{C275D6FD-8FB8-43DD-BFC9-2C0C4F215750}" srcOrd="0" destOrd="0" presId="urn:microsoft.com/office/officeart/2005/8/layout/process1"/>
    <dgm:cxn modelId="{4984AA6C-4B24-41A7-B4F5-094B398D2028}" type="presParOf" srcId="{DC5D97AC-4D97-4CBA-BD20-67916ECD507F}" destId="{34B5DCD4-CA8A-4C73-BE2E-E5E1CDB5D0CC}" srcOrd="1" destOrd="0" presId="urn:microsoft.com/office/officeart/2005/8/layout/process1"/>
    <dgm:cxn modelId="{6348ED20-7C88-4A52-ABDF-D8AEAD5AC4FB}" type="presParOf" srcId="{34B5DCD4-CA8A-4C73-BE2E-E5E1CDB5D0CC}" destId="{1F7D8B0A-0630-499B-8754-169CFC37B9F4}" srcOrd="0" destOrd="0" presId="urn:microsoft.com/office/officeart/2005/8/layout/process1"/>
    <dgm:cxn modelId="{CBB264B4-2722-44CD-9CC1-094A77C0F31F}" type="presParOf" srcId="{DC5D97AC-4D97-4CBA-BD20-67916ECD507F}" destId="{C937A8F0-F001-457B-B75C-0D77C3478DF7}" srcOrd="2" destOrd="0" presId="urn:microsoft.com/office/officeart/2005/8/layout/process1"/>
    <dgm:cxn modelId="{8A8EFEB7-2A00-4D13-BD1B-6EFD79608FAB}" type="presParOf" srcId="{DC5D97AC-4D97-4CBA-BD20-67916ECD507F}" destId="{17DBA0B8-C8EE-4B0C-B3D9-40FE5C0E3808}" srcOrd="3" destOrd="0" presId="urn:microsoft.com/office/officeart/2005/8/layout/process1"/>
    <dgm:cxn modelId="{E70E1AA0-EBF6-4376-8277-87CFD94B031F}" type="presParOf" srcId="{17DBA0B8-C8EE-4B0C-B3D9-40FE5C0E3808}" destId="{9EFDB135-A317-4615-A5A6-7852BF261C9C}" srcOrd="0" destOrd="0" presId="urn:microsoft.com/office/officeart/2005/8/layout/process1"/>
    <dgm:cxn modelId="{3610684A-7678-41E8-BDDC-1A285A17CBE4}" type="presParOf" srcId="{DC5D97AC-4D97-4CBA-BD20-67916ECD507F}" destId="{3020CC1F-3222-4556-BFAE-B29703BBBBA6}" srcOrd="4" destOrd="0" presId="urn:microsoft.com/office/officeart/2005/8/layout/process1"/>
    <dgm:cxn modelId="{2CAE2A74-DD09-46D7-B28C-00ADABBEACCF}" type="presParOf" srcId="{DC5D97AC-4D97-4CBA-BD20-67916ECD507F}" destId="{E4598775-EC55-4C27-8399-12121F8D479D}" srcOrd="5" destOrd="0" presId="urn:microsoft.com/office/officeart/2005/8/layout/process1"/>
    <dgm:cxn modelId="{41819E0F-04B2-45C6-BEF7-2659C068A1C1}" type="presParOf" srcId="{E4598775-EC55-4C27-8399-12121F8D479D}" destId="{45D82721-462B-4A93-A501-6ABAADBFA57C}" srcOrd="0" destOrd="0" presId="urn:microsoft.com/office/officeart/2005/8/layout/process1"/>
    <dgm:cxn modelId="{D4C892CE-2240-4246-893B-73E637D659D2}" type="presParOf" srcId="{DC5D97AC-4D97-4CBA-BD20-67916ECD507F}" destId="{2CE12FA5-6B5C-4746-9F36-9E1EEA91D752}" srcOrd="6" destOrd="0" presId="urn:microsoft.com/office/officeart/2005/8/layout/process1"/>
    <dgm:cxn modelId="{CB0FA050-5F3F-4F82-9054-A6FB691AF09E}" type="presParOf" srcId="{DC5D97AC-4D97-4CBA-BD20-67916ECD507F}" destId="{A1FB798E-9389-461B-9CCE-539B900C0EEF}" srcOrd="7" destOrd="0" presId="urn:microsoft.com/office/officeart/2005/8/layout/process1"/>
    <dgm:cxn modelId="{17D34FAB-C300-4014-A9B3-0E9AD408ACDE}" type="presParOf" srcId="{A1FB798E-9389-461B-9CCE-539B900C0EEF}" destId="{58064187-BD70-4170-8CF2-A84C25259361}" srcOrd="0" destOrd="0" presId="urn:microsoft.com/office/officeart/2005/8/layout/process1"/>
    <dgm:cxn modelId="{CAA10F80-FD13-4083-9B8B-FB724568EBC3}" type="presParOf" srcId="{DC5D97AC-4D97-4CBA-BD20-67916ECD507F}" destId="{39604ED6-57FA-4575-BA61-413E0542EFD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224E9C-0F39-4912-9534-D982ECC6F42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4847F16-E2B8-40B4-A567-5C01B3A7F786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Images</a:t>
          </a:r>
          <a:endParaRPr lang="en-US" dirty="0">
            <a:solidFill>
              <a:schemeClr val="tx1"/>
            </a:solidFill>
          </a:endParaRPr>
        </a:p>
      </dgm:t>
    </dgm:pt>
    <dgm:pt modelId="{1A62D5D6-6614-44FD-B51B-6F4EA7C3DE5C}" type="parTrans" cxnId="{7E80081D-BBED-440E-B903-8183D2767AAB}">
      <dgm:prSet/>
      <dgm:spPr/>
      <dgm:t>
        <a:bodyPr/>
        <a:lstStyle/>
        <a:p>
          <a:endParaRPr lang="en-US"/>
        </a:p>
      </dgm:t>
    </dgm:pt>
    <dgm:pt modelId="{08B51D50-59F8-4BC4-A7CD-CF990830F7D0}" type="sibTrans" cxnId="{7E80081D-BBED-440E-B903-8183D2767AAB}">
      <dgm:prSet/>
      <dgm:spPr/>
      <dgm:t>
        <a:bodyPr/>
        <a:lstStyle/>
        <a:p>
          <a:endParaRPr lang="en-US"/>
        </a:p>
      </dgm:t>
    </dgm:pt>
    <dgm:pt modelId="{F17336D1-6BD3-4C26-B000-7000028BF46E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Camera calibration</a:t>
          </a:r>
          <a:endParaRPr lang="en-US" dirty="0">
            <a:solidFill>
              <a:schemeClr val="tx1"/>
            </a:solidFill>
          </a:endParaRPr>
        </a:p>
      </dgm:t>
    </dgm:pt>
    <dgm:pt modelId="{4B5F23B7-3D2D-4F2A-AB19-B1DB4B06EDEA}" type="parTrans" cxnId="{09644B75-A006-47D2-AFE5-37A36E4DF046}">
      <dgm:prSet/>
      <dgm:spPr/>
      <dgm:t>
        <a:bodyPr/>
        <a:lstStyle/>
        <a:p>
          <a:endParaRPr lang="en-US"/>
        </a:p>
      </dgm:t>
    </dgm:pt>
    <dgm:pt modelId="{A32666D7-5DFA-44D1-9536-DD6A889F93BF}" type="sibTrans" cxnId="{09644B75-A006-47D2-AFE5-37A36E4DF046}">
      <dgm:prSet/>
      <dgm:spPr/>
      <dgm:t>
        <a:bodyPr/>
        <a:lstStyle/>
        <a:p>
          <a:endParaRPr lang="en-US"/>
        </a:p>
      </dgm:t>
    </dgm:pt>
    <dgm:pt modelId="{B4B5FBEC-DCC3-4AB4-8AFB-087AB2B6C949}">
      <dgm:prSet phldrT="[Text]"/>
      <dgm:spPr>
        <a:solidFill>
          <a:schemeClr val="accent4">
            <a:lumMod val="20000"/>
            <a:lumOff val="80000"/>
          </a:schemeClr>
        </a:solidFill>
        <a:ln w="28575"/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Camera location</a:t>
          </a:r>
          <a:endParaRPr lang="en-US" dirty="0">
            <a:solidFill>
              <a:schemeClr val="tx1"/>
            </a:solidFill>
          </a:endParaRPr>
        </a:p>
      </dgm:t>
    </dgm:pt>
    <dgm:pt modelId="{51E32EF4-BEA7-4C71-9AE0-C04FD5EE36C7}" type="parTrans" cxnId="{5277DC06-7240-4138-9E6F-115DC9C2EA80}">
      <dgm:prSet/>
      <dgm:spPr/>
      <dgm:t>
        <a:bodyPr/>
        <a:lstStyle/>
        <a:p>
          <a:endParaRPr lang="en-US"/>
        </a:p>
      </dgm:t>
    </dgm:pt>
    <dgm:pt modelId="{419D889C-FDB7-4375-94F5-0652351B43E0}" type="sibTrans" cxnId="{5277DC06-7240-4138-9E6F-115DC9C2EA80}">
      <dgm:prSet/>
      <dgm:spPr/>
      <dgm:t>
        <a:bodyPr/>
        <a:lstStyle/>
        <a:p>
          <a:endParaRPr lang="en-US"/>
        </a:p>
      </dgm:t>
    </dgm:pt>
    <dgm:pt modelId="{DC5D97AC-4D97-4CBA-BD20-67916ECD507F}" type="pres">
      <dgm:prSet presAssocID="{21224E9C-0F39-4912-9534-D982ECC6F423}" presName="Name0" presStyleCnt="0">
        <dgm:presLayoutVars>
          <dgm:dir/>
          <dgm:resizeHandles val="exact"/>
        </dgm:presLayoutVars>
      </dgm:prSet>
      <dgm:spPr/>
    </dgm:pt>
    <dgm:pt modelId="{C937A8F0-F001-457B-B75C-0D77C3478DF7}" type="pres">
      <dgm:prSet presAssocID="{04847F16-E2B8-40B4-A567-5C01B3A7F78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DBA0B8-C8EE-4B0C-B3D9-40FE5C0E3808}" type="pres">
      <dgm:prSet presAssocID="{08B51D50-59F8-4BC4-A7CD-CF990830F7D0}" presName="sibTrans" presStyleLbl="sibTrans2D1" presStyleIdx="0" presStyleCnt="2"/>
      <dgm:spPr/>
    </dgm:pt>
    <dgm:pt modelId="{9EFDB135-A317-4615-A5A6-7852BF261C9C}" type="pres">
      <dgm:prSet presAssocID="{08B51D50-59F8-4BC4-A7CD-CF990830F7D0}" presName="connectorText" presStyleLbl="sibTrans2D1" presStyleIdx="0" presStyleCnt="2"/>
      <dgm:spPr/>
    </dgm:pt>
    <dgm:pt modelId="{3020CC1F-3222-4556-BFAE-B29703BBBBA6}" type="pres">
      <dgm:prSet presAssocID="{F17336D1-6BD3-4C26-B000-7000028BF46E}" presName="node" presStyleLbl="node1" presStyleIdx="1" presStyleCnt="3">
        <dgm:presLayoutVars>
          <dgm:bulletEnabled val="1"/>
        </dgm:presLayoutVars>
      </dgm:prSet>
      <dgm:spPr/>
    </dgm:pt>
    <dgm:pt modelId="{E4598775-EC55-4C27-8399-12121F8D479D}" type="pres">
      <dgm:prSet presAssocID="{A32666D7-5DFA-44D1-9536-DD6A889F93BF}" presName="sibTrans" presStyleLbl="sibTrans2D1" presStyleIdx="1" presStyleCnt="2"/>
      <dgm:spPr/>
    </dgm:pt>
    <dgm:pt modelId="{45D82721-462B-4A93-A501-6ABAADBFA57C}" type="pres">
      <dgm:prSet presAssocID="{A32666D7-5DFA-44D1-9536-DD6A889F93BF}" presName="connectorText" presStyleLbl="sibTrans2D1" presStyleIdx="1" presStyleCnt="2"/>
      <dgm:spPr/>
    </dgm:pt>
    <dgm:pt modelId="{39604ED6-57FA-4575-BA61-413E0542EFDF}" type="pres">
      <dgm:prSet presAssocID="{B4B5FBEC-DCC3-4AB4-8AFB-087AB2B6C949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29F561B-5747-4D34-AC59-69C455BB338A}" type="presOf" srcId="{F17336D1-6BD3-4C26-B000-7000028BF46E}" destId="{3020CC1F-3222-4556-BFAE-B29703BBBBA6}" srcOrd="0" destOrd="0" presId="urn:microsoft.com/office/officeart/2005/8/layout/process1"/>
    <dgm:cxn modelId="{03AA5FDC-BB93-46EB-84EB-88BDEE63E87A}" type="presOf" srcId="{A32666D7-5DFA-44D1-9536-DD6A889F93BF}" destId="{45D82721-462B-4A93-A501-6ABAADBFA57C}" srcOrd="1" destOrd="0" presId="urn:microsoft.com/office/officeart/2005/8/layout/process1"/>
    <dgm:cxn modelId="{409156E6-D939-4983-BF91-8B2339E6D589}" type="presOf" srcId="{08B51D50-59F8-4BC4-A7CD-CF990830F7D0}" destId="{9EFDB135-A317-4615-A5A6-7852BF261C9C}" srcOrd="1" destOrd="0" presId="urn:microsoft.com/office/officeart/2005/8/layout/process1"/>
    <dgm:cxn modelId="{B4021CC3-D652-4929-82B5-F44A0FD7068A}" type="presOf" srcId="{04847F16-E2B8-40B4-A567-5C01B3A7F786}" destId="{C937A8F0-F001-457B-B75C-0D77C3478DF7}" srcOrd="0" destOrd="0" presId="urn:microsoft.com/office/officeart/2005/8/layout/process1"/>
    <dgm:cxn modelId="{7E80081D-BBED-440E-B903-8183D2767AAB}" srcId="{21224E9C-0F39-4912-9534-D982ECC6F423}" destId="{04847F16-E2B8-40B4-A567-5C01B3A7F786}" srcOrd="0" destOrd="0" parTransId="{1A62D5D6-6614-44FD-B51B-6F4EA7C3DE5C}" sibTransId="{08B51D50-59F8-4BC4-A7CD-CF990830F7D0}"/>
    <dgm:cxn modelId="{48EC9859-45BA-4A68-900D-08339E5D37FF}" type="presOf" srcId="{08B51D50-59F8-4BC4-A7CD-CF990830F7D0}" destId="{17DBA0B8-C8EE-4B0C-B3D9-40FE5C0E3808}" srcOrd="0" destOrd="0" presId="urn:microsoft.com/office/officeart/2005/8/layout/process1"/>
    <dgm:cxn modelId="{09644B75-A006-47D2-AFE5-37A36E4DF046}" srcId="{21224E9C-0F39-4912-9534-D982ECC6F423}" destId="{F17336D1-6BD3-4C26-B000-7000028BF46E}" srcOrd="1" destOrd="0" parTransId="{4B5F23B7-3D2D-4F2A-AB19-B1DB4B06EDEA}" sibTransId="{A32666D7-5DFA-44D1-9536-DD6A889F93BF}"/>
    <dgm:cxn modelId="{4956F0BA-6ED4-4C1B-BB55-FFB35F7947DF}" type="presOf" srcId="{A32666D7-5DFA-44D1-9536-DD6A889F93BF}" destId="{E4598775-EC55-4C27-8399-12121F8D479D}" srcOrd="0" destOrd="0" presId="urn:microsoft.com/office/officeart/2005/8/layout/process1"/>
    <dgm:cxn modelId="{5277DC06-7240-4138-9E6F-115DC9C2EA80}" srcId="{21224E9C-0F39-4912-9534-D982ECC6F423}" destId="{B4B5FBEC-DCC3-4AB4-8AFB-087AB2B6C949}" srcOrd="2" destOrd="0" parTransId="{51E32EF4-BEA7-4C71-9AE0-C04FD5EE36C7}" sibTransId="{419D889C-FDB7-4375-94F5-0652351B43E0}"/>
    <dgm:cxn modelId="{C0A56D6D-BB3A-4802-BC89-B147FDA082D5}" type="presOf" srcId="{21224E9C-0F39-4912-9534-D982ECC6F423}" destId="{DC5D97AC-4D97-4CBA-BD20-67916ECD507F}" srcOrd="0" destOrd="0" presId="urn:microsoft.com/office/officeart/2005/8/layout/process1"/>
    <dgm:cxn modelId="{A619CF62-DE06-45D0-B8AF-3E59039BBD14}" type="presOf" srcId="{B4B5FBEC-DCC3-4AB4-8AFB-087AB2B6C949}" destId="{39604ED6-57FA-4575-BA61-413E0542EFDF}" srcOrd="0" destOrd="0" presId="urn:microsoft.com/office/officeart/2005/8/layout/process1"/>
    <dgm:cxn modelId="{CBB264B4-2722-44CD-9CC1-094A77C0F31F}" type="presParOf" srcId="{DC5D97AC-4D97-4CBA-BD20-67916ECD507F}" destId="{C937A8F0-F001-457B-B75C-0D77C3478DF7}" srcOrd="0" destOrd="0" presId="urn:microsoft.com/office/officeart/2005/8/layout/process1"/>
    <dgm:cxn modelId="{8A8EFEB7-2A00-4D13-BD1B-6EFD79608FAB}" type="presParOf" srcId="{DC5D97AC-4D97-4CBA-BD20-67916ECD507F}" destId="{17DBA0B8-C8EE-4B0C-B3D9-40FE5C0E3808}" srcOrd="1" destOrd="0" presId="urn:microsoft.com/office/officeart/2005/8/layout/process1"/>
    <dgm:cxn modelId="{E70E1AA0-EBF6-4376-8277-87CFD94B031F}" type="presParOf" srcId="{17DBA0B8-C8EE-4B0C-B3D9-40FE5C0E3808}" destId="{9EFDB135-A317-4615-A5A6-7852BF261C9C}" srcOrd="0" destOrd="0" presId="urn:microsoft.com/office/officeart/2005/8/layout/process1"/>
    <dgm:cxn modelId="{3610684A-7678-41E8-BDDC-1A285A17CBE4}" type="presParOf" srcId="{DC5D97AC-4D97-4CBA-BD20-67916ECD507F}" destId="{3020CC1F-3222-4556-BFAE-B29703BBBBA6}" srcOrd="2" destOrd="0" presId="urn:microsoft.com/office/officeart/2005/8/layout/process1"/>
    <dgm:cxn modelId="{2CAE2A74-DD09-46D7-B28C-00ADABBEACCF}" type="presParOf" srcId="{DC5D97AC-4D97-4CBA-BD20-67916ECD507F}" destId="{E4598775-EC55-4C27-8399-12121F8D479D}" srcOrd="3" destOrd="0" presId="urn:microsoft.com/office/officeart/2005/8/layout/process1"/>
    <dgm:cxn modelId="{41819E0F-04B2-45C6-BEF7-2659C068A1C1}" type="presParOf" srcId="{E4598775-EC55-4C27-8399-12121F8D479D}" destId="{45D82721-462B-4A93-A501-6ABAADBFA57C}" srcOrd="0" destOrd="0" presId="urn:microsoft.com/office/officeart/2005/8/layout/process1"/>
    <dgm:cxn modelId="{CAA10F80-FD13-4083-9B8B-FB724568EBC3}" type="presParOf" srcId="{DC5D97AC-4D97-4CBA-BD20-67916ECD507F}" destId="{39604ED6-57FA-4575-BA61-413E0542EFD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5D6FD-8FB8-43DD-BFC9-2C0C4F215750}">
      <dsp:nvSpPr>
        <dsp:cNvPr id="0" name=""/>
        <dsp:cNvSpPr/>
      </dsp:nvSpPr>
      <dsp:spPr>
        <a:xfrm>
          <a:off x="3968" y="2132624"/>
          <a:ext cx="1230312" cy="1153417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Camera calibration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37750" y="2166406"/>
        <a:ext cx="1162748" cy="1085853"/>
      </dsp:txXfrm>
    </dsp:sp>
    <dsp:sp modelId="{34B5DCD4-CA8A-4C73-BE2E-E5E1CDB5D0CC}">
      <dsp:nvSpPr>
        <dsp:cNvPr id="0" name=""/>
        <dsp:cNvSpPr/>
      </dsp:nvSpPr>
      <dsp:spPr>
        <a:xfrm>
          <a:off x="1357312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1357312" y="2617797"/>
        <a:ext cx="182578" cy="183071"/>
      </dsp:txXfrm>
    </dsp:sp>
    <dsp:sp modelId="{C937A8F0-F001-457B-B75C-0D77C3478DF7}">
      <dsp:nvSpPr>
        <dsp:cNvPr id="0" name=""/>
        <dsp:cNvSpPr/>
      </dsp:nvSpPr>
      <dsp:spPr>
        <a:xfrm>
          <a:off x="1726406" y="2132624"/>
          <a:ext cx="1230312" cy="1153417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Find object location and orientation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1760188" y="2166406"/>
        <a:ext cx="1162748" cy="1085853"/>
      </dsp:txXfrm>
    </dsp:sp>
    <dsp:sp modelId="{17DBA0B8-C8EE-4B0C-B3D9-40FE5C0E3808}">
      <dsp:nvSpPr>
        <dsp:cNvPr id="0" name=""/>
        <dsp:cNvSpPr/>
      </dsp:nvSpPr>
      <dsp:spPr>
        <a:xfrm>
          <a:off x="3079750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3079750" y="2617797"/>
        <a:ext cx="182578" cy="183071"/>
      </dsp:txXfrm>
    </dsp:sp>
    <dsp:sp modelId="{3020CC1F-3222-4556-BFAE-B29703BBBBA6}">
      <dsp:nvSpPr>
        <dsp:cNvPr id="0" name=""/>
        <dsp:cNvSpPr/>
      </dsp:nvSpPr>
      <dsp:spPr>
        <a:xfrm>
          <a:off x="3448843" y="2132624"/>
          <a:ext cx="1230312" cy="1153417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Determine robot path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3482625" y="2166406"/>
        <a:ext cx="1162748" cy="1085853"/>
      </dsp:txXfrm>
    </dsp:sp>
    <dsp:sp modelId="{E4598775-EC55-4C27-8399-12121F8D479D}">
      <dsp:nvSpPr>
        <dsp:cNvPr id="0" name=""/>
        <dsp:cNvSpPr/>
      </dsp:nvSpPr>
      <dsp:spPr>
        <a:xfrm>
          <a:off x="4802187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4802187" y="2617797"/>
        <a:ext cx="182578" cy="183071"/>
      </dsp:txXfrm>
    </dsp:sp>
    <dsp:sp modelId="{2CE12FA5-6B5C-4746-9F36-9E1EEA91D752}">
      <dsp:nvSpPr>
        <dsp:cNvPr id="0" name=""/>
        <dsp:cNvSpPr/>
      </dsp:nvSpPr>
      <dsp:spPr>
        <a:xfrm>
          <a:off x="5171281" y="2132624"/>
          <a:ext cx="1230312" cy="1153417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Move each robot  joint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5205063" y="2166406"/>
        <a:ext cx="1162748" cy="1085853"/>
      </dsp:txXfrm>
    </dsp:sp>
    <dsp:sp modelId="{A1FB798E-9389-461B-9CCE-539B900C0EEF}">
      <dsp:nvSpPr>
        <dsp:cNvPr id="0" name=""/>
        <dsp:cNvSpPr/>
      </dsp:nvSpPr>
      <dsp:spPr>
        <a:xfrm>
          <a:off x="6524624" y="2556774"/>
          <a:ext cx="260826" cy="3051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6524624" y="2617797"/>
        <a:ext cx="182578" cy="183071"/>
      </dsp:txXfrm>
    </dsp:sp>
    <dsp:sp modelId="{39604ED6-57FA-4575-BA61-413E0542EFDF}">
      <dsp:nvSpPr>
        <dsp:cNvPr id="0" name=""/>
        <dsp:cNvSpPr/>
      </dsp:nvSpPr>
      <dsp:spPr>
        <a:xfrm>
          <a:off x="6893718" y="2132624"/>
          <a:ext cx="1230312" cy="1153417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1"/>
              </a:solidFill>
            </a:rPr>
            <a:t>Open and close the gripper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6927500" y="2166406"/>
        <a:ext cx="1162748" cy="10858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7A8F0-F001-457B-B75C-0D77C3478DF7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>
              <a:solidFill>
                <a:schemeClr val="tx1"/>
              </a:solidFill>
            </a:rPr>
            <a:t>Images</a:t>
          </a:r>
          <a:endParaRPr lang="en-US" sz="3300" kern="1200" dirty="0">
            <a:solidFill>
              <a:schemeClr val="tx1"/>
            </a:solidFill>
          </a:endParaRPr>
        </a:p>
      </dsp:txBody>
      <dsp:txXfrm>
        <a:off x="44665" y="2106299"/>
        <a:ext cx="2060143" cy="1206068"/>
      </dsp:txXfrm>
    </dsp:sp>
    <dsp:sp modelId="{17DBA0B8-C8EE-4B0C-B3D9-40FE5C0E3808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600" kern="1200"/>
        </a:p>
      </dsp:txBody>
      <dsp:txXfrm>
        <a:off x="2355850" y="2550475"/>
        <a:ext cx="316861" cy="317716"/>
      </dsp:txXfrm>
    </dsp:sp>
    <dsp:sp modelId="{3020CC1F-3222-4556-BFAE-B29703BBBBA6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>
              <a:solidFill>
                <a:schemeClr val="tx1"/>
              </a:solidFill>
            </a:rPr>
            <a:t>Camera calibration</a:t>
          </a:r>
          <a:endParaRPr lang="en-US" sz="3300" kern="1200" dirty="0">
            <a:solidFill>
              <a:schemeClr val="tx1"/>
            </a:solidFill>
          </a:endParaRPr>
        </a:p>
      </dsp:txBody>
      <dsp:txXfrm>
        <a:off x="3033928" y="2106299"/>
        <a:ext cx="2060143" cy="1206068"/>
      </dsp:txXfrm>
    </dsp:sp>
    <dsp:sp modelId="{E4598775-EC55-4C27-8399-12121F8D479D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600" kern="1200"/>
        </a:p>
      </dsp:txBody>
      <dsp:txXfrm>
        <a:off x="5345112" y="2550475"/>
        <a:ext cx="316861" cy="317716"/>
      </dsp:txXfrm>
    </dsp:sp>
    <dsp:sp modelId="{39604ED6-57FA-4575-BA61-413E0542EFDF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85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>
              <a:solidFill>
                <a:schemeClr val="tx1"/>
              </a:solidFill>
            </a:rPr>
            <a:t>Camera location</a:t>
          </a:r>
          <a:endParaRPr lang="en-US" sz="3300" kern="1200" dirty="0">
            <a:solidFill>
              <a:schemeClr val="tx1"/>
            </a:solidFill>
          </a:endParaRPr>
        </a:p>
      </dsp:txBody>
      <dsp:txXfrm>
        <a:off x="6023190" y="2106299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1AABF-18CB-382E-298C-8196D3F69D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5E6A1-C4EE-6883-D5AC-98939827ED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2C540-6F18-412D-936D-4A210F23E2F3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A6ECF-AA02-CE6E-7EF4-0ADC2665A8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53CF1-B111-3020-C6D2-F4F873E1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A82B2-859D-43C2-B70A-113A1480D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1000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8" name="Shape 19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200">
        <a:latin typeface="+mn-lt"/>
        <a:ea typeface="+mn-ea"/>
        <a:cs typeface="+mn-cs"/>
        <a:sym typeface="Segoe UI"/>
      </a:defRPr>
    </a:lvl1pPr>
    <a:lvl2pPr indent="228600" latinLnBrk="0">
      <a:defRPr sz="1200">
        <a:latin typeface="+mn-lt"/>
        <a:ea typeface="+mn-ea"/>
        <a:cs typeface="+mn-cs"/>
        <a:sym typeface="Segoe UI"/>
      </a:defRPr>
    </a:lvl2pPr>
    <a:lvl3pPr indent="457200" latinLnBrk="0">
      <a:defRPr sz="1200">
        <a:latin typeface="+mn-lt"/>
        <a:ea typeface="+mn-ea"/>
        <a:cs typeface="+mn-cs"/>
        <a:sym typeface="Segoe UI"/>
      </a:defRPr>
    </a:lvl3pPr>
    <a:lvl4pPr indent="685800" latinLnBrk="0">
      <a:defRPr sz="1200">
        <a:latin typeface="+mn-lt"/>
        <a:ea typeface="+mn-ea"/>
        <a:cs typeface="+mn-cs"/>
        <a:sym typeface="Segoe UI"/>
      </a:defRPr>
    </a:lvl4pPr>
    <a:lvl5pPr indent="914400" latinLnBrk="0">
      <a:defRPr sz="1200">
        <a:latin typeface="+mn-lt"/>
        <a:ea typeface="+mn-ea"/>
        <a:cs typeface="+mn-cs"/>
        <a:sym typeface="Segoe UI"/>
      </a:defRPr>
    </a:lvl5pPr>
    <a:lvl6pPr indent="1143000" latinLnBrk="0">
      <a:defRPr sz="1200">
        <a:latin typeface="+mn-lt"/>
        <a:ea typeface="+mn-ea"/>
        <a:cs typeface="+mn-cs"/>
        <a:sym typeface="Segoe UI"/>
      </a:defRPr>
    </a:lvl6pPr>
    <a:lvl7pPr indent="1371600" latinLnBrk="0">
      <a:defRPr sz="1200">
        <a:latin typeface="+mn-lt"/>
        <a:ea typeface="+mn-ea"/>
        <a:cs typeface="+mn-cs"/>
        <a:sym typeface="Segoe UI"/>
      </a:defRPr>
    </a:lvl7pPr>
    <a:lvl8pPr indent="1600200" latinLnBrk="0">
      <a:defRPr sz="1200">
        <a:latin typeface="+mn-lt"/>
        <a:ea typeface="+mn-ea"/>
        <a:cs typeface="+mn-cs"/>
        <a:sym typeface="Segoe UI"/>
      </a:defRPr>
    </a:lvl8pPr>
    <a:lvl9pPr indent="1828800" latinLnBrk="0">
      <a:defRPr sz="1200">
        <a:latin typeface="+mn-lt"/>
        <a:ea typeface="+mn-ea"/>
        <a:cs typeface="+mn-cs"/>
        <a:sym typeface="Segoe U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98774FEE-27E5-DCEB-8DB4-6052E39BAE0E}"/>
              </a:ext>
            </a:extLst>
          </p:cNvPr>
          <p:cNvPicPr/>
          <p:nvPr userDrawn="1"/>
        </p:nvPicPr>
        <p:blipFill>
          <a:blip r:embed="rId2" cstate="print"/>
          <a:srcRect t="91915"/>
          <a:stretch>
            <a:fillRect/>
          </a:stretch>
        </p:blipFill>
        <p:spPr>
          <a:xfrm>
            <a:off x="0" y="6303523"/>
            <a:ext cx="12191999" cy="554474"/>
          </a:xfrm>
          <a:prstGeom prst="rect">
            <a:avLst/>
          </a:prstGeom>
        </p:spPr>
      </p:pic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4137" y="41605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23632"/>
            <a:ext cx="45719" cy="262170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000" b="1">
                <a:solidFill>
                  <a:schemeClr val="accent3">
                    <a:alpha val="64999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CD046F-B34F-1446-0826-53E04B5FF5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91" y="423631"/>
            <a:ext cx="1209596" cy="2621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Segoe U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-1" y="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3070953" y="3757878"/>
            <a:ext cx="6050093" cy="658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800" b="1" dirty="0">
                <a:latin typeface="+mj-lt"/>
              </a:rPr>
              <a:t>School of Engineering</a:t>
            </a:r>
            <a:endParaRPr sz="2800" b="1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sp>
        <p:nvSpPr>
          <p:cNvPr id="208" name="TextBox 14"/>
          <p:cNvSpPr txBox="1"/>
          <p:nvPr/>
        </p:nvSpPr>
        <p:spPr>
          <a:xfrm>
            <a:off x="11350956" y="454968"/>
            <a:ext cx="162863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1000" b="1">
                <a:solidFill>
                  <a:srgbClr val="FFFFFF">
                    <a:alpha val="60000"/>
                  </a:srgb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546ABE-E94D-3667-ECB3-72C0D85515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141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034614" y="2277410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40FF4-89C1-E9E6-5D7A-021F33E6986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86546"/>
            <a:ext cx="12191999" cy="61912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6860DEDE-8776-0046-048C-E6DE43CC37B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4602A46-9DC8-21BB-8665-CFE4F8DD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828562"/>
            <a:ext cx="118872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002060"/>
                </a:solidFill>
                <a:latin typeface="Arial" panose="020B0604020202020204" pitchFamily="34" charset="0"/>
              </a:rPr>
              <a:t>Department of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 b="1" dirty="0" smtClean="0">
                <a:solidFill>
                  <a:srgbClr val="002060"/>
                </a:solidFill>
                <a:latin typeface="Arial" panose="020B0604020202020204" pitchFamily="34" charset="0"/>
              </a:rPr>
              <a:t>Electronics and Communication </a:t>
            </a:r>
            <a:r>
              <a:rPr lang="en-US" altLang="en-US" sz="4000" b="1" dirty="0">
                <a:solidFill>
                  <a:srgbClr val="002060"/>
                </a:solidFill>
                <a:latin typeface="Arial" panose="020B0604020202020204" pitchFamily="34" charset="0"/>
              </a:rPr>
              <a:t>Engineering </a:t>
            </a:r>
          </a:p>
        </p:txBody>
      </p:sp>
    </p:spTree>
    <p:extLst>
      <p:ext uri="{BB962C8B-B14F-4D97-AF65-F5344CB8AC3E}">
        <p14:creationId xmlns:p14="http://schemas.microsoft.com/office/powerpoint/2010/main" val="263361804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4FF99-1426-541C-5B7F-ED61BE610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B9ABBC70-7E27-455C-83CC-7C52E96151B2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341BC-113B-C132-C3D1-EDFC0CE55EF4}"/>
              </a:ext>
            </a:extLst>
          </p:cNvPr>
          <p:cNvSpPr/>
          <p:nvPr/>
        </p:nvSpPr>
        <p:spPr>
          <a:xfrm>
            <a:off x="845820" y="805488"/>
            <a:ext cx="111442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Basics of </a:t>
            </a:r>
            <a:r>
              <a:rPr lang="en-US" sz="4000" b="1" dirty="0" smtClean="0">
                <a:solidFill>
                  <a:srgbClr val="FF0000"/>
                </a:solidFill>
              </a:rPr>
              <a:t>Electronics and Communication </a:t>
            </a:r>
            <a:r>
              <a:rPr lang="en-US" sz="4000" b="1" dirty="0">
                <a:solidFill>
                  <a:srgbClr val="FF0000"/>
                </a:solidFill>
              </a:rPr>
              <a:t>Engineering (</a:t>
            </a:r>
            <a:r>
              <a:rPr lang="en-US" sz="4000" b="1" dirty="0" smtClean="0">
                <a:solidFill>
                  <a:srgbClr val="FF0000"/>
                </a:solidFill>
              </a:rPr>
              <a:t>ECE3107)</a:t>
            </a:r>
            <a:endParaRPr lang="en-US" sz="4000" b="1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chemeClr val="accent1">
                    <a:lumMod val="90000"/>
                    <a:lumOff val="10000"/>
                  </a:schemeClr>
                </a:solidFill>
              </a:rPr>
              <a:t>L-T-P-C: 3-0-0-3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BDAB2D-57D1-041B-8526-944C33E338CA}"/>
              </a:ext>
            </a:extLst>
          </p:cNvPr>
          <p:cNvSpPr txBox="1"/>
          <p:nvPr/>
        </p:nvSpPr>
        <p:spPr>
          <a:xfrm>
            <a:off x="2455545" y="3999220"/>
            <a:ext cx="70294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algn="ctr"/>
            <a:r>
              <a:rPr lang="en-US" sz="25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5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K. </a:t>
            </a:r>
            <a:r>
              <a:rPr lang="en-US" sz="25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Gowri</a:t>
            </a:r>
            <a:endParaRPr lang="en-US" sz="25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5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 – Senior Scale</a:t>
            </a:r>
          </a:p>
          <a:p>
            <a:pPr algn="ctr"/>
            <a:r>
              <a:rPr lang="en-US" sz="25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</a:t>
            </a:r>
            <a:r>
              <a:rPr lang="en-US" sz="25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Electronics and Communication Engineering</a:t>
            </a:r>
            <a:endParaRPr lang="en-US" sz="25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500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Presidency University, Bengaluru</a:t>
            </a:r>
          </a:p>
        </p:txBody>
      </p:sp>
    </p:spTree>
    <p:extLst>
      <p:ext uri="{BB962C8B-B14F-4D97-AF65-F5344CB8AC3E}">
        <p14:creationId xmlns:p14="http://schemas.microsoft.com/office/powerpoint/2010/main" val="33061760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MODULE</a:t>
            </a:r>
            <a:r>
              <a:rPr kumimoji="0" lang="en-US" sz="40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 3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solidFill>
                  <a:srgbClr val="FF0000"/>
                </a:solidFill>
              </a:rPr>
              <a:t>ROBOT Vision: </a:t>
            </a:r>
          </a:p>
          <a:p>
            <a:pPr algn="just"/>
            <a:r>
              <a:rPr lang="en-US" sz="4400" dirty="0"/>
              <a:t>Basic introduction to Robotic operating System (ROS) - Real and Simulated Robots - Introduction to </a:t>
            </a:r>
            <a:r>
              <a:rPr lang="en-US" sz="4400" dirty="0" err="1"/>
              <a:t>OpenCV</a:t>
            </a:r>
            <a:r>
              <a:rPr lang="en-US" sz="4400" dirty="0"/>
              <a:t>, Open NI and PCL, installing and testing ROS camera Drivers, ROS to </a:t>
            </a:r>
            <a:r>
              <a:rPr lang="en-US" sz="4400" dirty="0" err="1"/>
              <a:t>OpenCV</a:t>
            </a:r>
            <a:r>
              <a:rPr lang="en-US" sz="4400" dirty="0"/>
              <a:t> - The </a:t>
            </a:r>
            <a:r>
              <a:rPr lang="en-US" sz="4400" dirty="0" err="1"/>
              <a:t>cv_bridge</a:t>
            </a:r>
            <a:r>
              <a:rPr lang="en-US" sz="4400" dirty="0"/>
              <a:t> </a:t>
            </a:r>
            <a:r>
              <a:rPr lang="en-US" sz="4400" dirty="0" smtClean="0"/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3626136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MODULE</a:t>
            </a:r>
            <a:r>
              <a:rPr kumimoji="0" lang="en-US" sz="40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 3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solidFill>
                  <a:srgbClr val="FF0000"/>
                </a:solidFill>
              </a:rPr>
              <a:t>ROBOT Vision: </a:t>
            </a:r>
          </a:p>
          <a:p>
            <a:pPr algn="just"/>
            <a:r>
              <a:rPr lang="en-US" sz="4400" dirty="0"/>
              <a:t>Basic introduction to Robotic operating System (ROS) - Real and Simulated Robots - Introduction to </a:t>
            </a:r>
            <a:r>
              <a:rPr lang="en-US" sz="4400" dirty="0" err="1"/>
              <a:t>OpenCV</a:t>
            </a:r>
            <a:r>
              <a:rPr lang="en-US" sz="4400" dirty="0"/>
              <a:t>, Open NI and PCL, installing and testing ROS camera Drivers, ROS to </a:t>
            </a:r>
            <a:r>
              <a:rPr lang="en-US" sz="4400" dirty="0" err="1"/>
              <a:t>OpenCV</a:t>
            </a:r>
            <a:r>
              <a:rPr lang="en-US" sz="4400" dirty="0"/>
              <a:t> - The </a:t>
            </a:r>
            <a:r>
              <a:rPr lang="en-US" sz="4400" dirty="0" err="1"/>
              <a:t>cv_bridge</a:t>
            </a:r>
            <a:r>
              <a:rPr lang="en-US" sz="4400" dirty="0"/>
              <a:t> </a:t>
            </a:r>
            <a:r>
              <a:rPr lang="en-US" sz="4400" dirty="0" smtClean="0"/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26672321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4401457" y="2523202"/>
            <a:ext cx="3274828" cy="2207237"/>
          </a:xfrm>
          <a:prstGeom prst="ellipse">
            <a:avLst/>
          </a:prstGeom>
          <a:solidFill>
            <a:srgbClr val="92D05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Robotics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7" name="Oval 6"/>
          <p:cNvSpPr/>
          <p:nvPr/>
        </p:nvSpPr>
        <p:spPr>
          <a:xfrm>
            <a:off x="4720856" y="974389"/>
            <a:ext cx="2676948" cy="1687887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Segoe UI"/>
              </a:rPr>
              <a:t>How to move</a:t>
            </a:r>
            <a:r>
              <a:rPr lang="en-US" sz="3600" dirty="0"/>
              <a:t>?</a:t>
            </a:r>
            <a:endParaRPr kumimoji="0" lang="en-US" sz="36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8" name="Oval 7"/>
          <p:cNvSpPr/>
          <p:nvPr/>
        </p:nvSpPr>
        <p:spPr>
          <a:xfrm>
            <a:off x="4720856" y="960061"/>
            <a:ext cx="2676948" cy="1861004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kinematics</a:t>
            </a:r>
            <a:endParaRPr kumimoji="0" lang="en-US" sz="4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054634" y="1333573"/>
            <a:ext cx="2139598" cy="1687887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 smtClean="0"/>
              <a:t>How to move?</a:t>
            </a:r>
            <a:endParaRPr kumimoji="0" lang="en-US" sz="36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657210" y="3221856"/>
            <a:ext cx="2803721" cy="1428211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 smtClean="0"/>
              <a:t>How to create map while moving</a:t>
            </a:r>
            <a:endParaRPr kumimoji="0" lang="en-US" sz="20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049254" y="1321376"/>
            <a:ext cx="2219889" cy="1687887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 smtClean="0"/>
              <a:t>Navigation</a:t>
            </a:r>
            <a:endParaRPr kumimoji="0" lang="en-US" sz="36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712611" y="2889734"/>
            <a:ext cx="2692918" cy="2380354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600" dirty="0" smtClean="0"/>
              <a:t>SLAM- Simultaneous localization and moving</a:t>
            </a:r>
            <a:endParaRPr kumimoji="0" lang="en-US" sz="26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133845" y="4270703"/>
            <a:ext cx="2089804" cy="1341653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smtClean="0"/>
              <a:t>How to see</a:t>
            </a:r>
            <a:endParaRPr kumimoji="0" lang="en-US" sz="28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532105" y="4238700"/>
            <a:ext cx="2885972" cy="1341653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smtClean="0"/>
              <a:t>Computer vision</a:t>
            </a:r>
            <a:endParaRPr kumimoji="0" lang="en-US" sz="28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982773" y="3611369"/>
            <a:ext cx="3274828" cy="1168536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 smtClean="0"/>
              <a:t>How to choose a right path?</a:t>
            </a:r>
            <a:endParaRPr kumimoji="0" lang="en-US" sz="2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982773" y="3583875"/>
            <a:ext cx="3274828" cy="1341653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smtClean="0"/>
              <a:t>Motion planning</a:t>
            </a:r>
            <a:endParaRPr kumimoji="0" lang="en-US" sz="28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683833" y="2379419"/>
            <a:ext cx="3274828" cy="1168536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 smtClean="0"/>
              <a:t>How to move precisely?</a:t>
            </a:r>
            <a:endParaRPr kumimoji="0" lang="en-US" sz="2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658080" y="2372274"/>
            <a:ext cx="3274828" cy="1168536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800" dirty="0" smtClean="0"/>
              <a:t>Controls</a:t>
            </a:r>
            <a:endParaRPr kumimoji="0" lang="en-US" sz="48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22" name="Oval 21"/>
          <p:cNvSpPr/>
          <p:nvPr/>
        </p:nvSpPr>
        <p:spPr>
          <a:xfrm rot="2366981">
            <a:off x="2171580" y="1341321"/>
            <a:ext cx="3274828" cy="735744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smtClean="0"/>
              <a:t>How to think?</a:t>
            </a:r>
            <a:endParaRPr kumimoji="0" lang="en-US" sz="28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  <p:sp>
        <p:nvSpPr>
          <p:cNvPr id="23" name="Oval 22"/>
          <p:cNvSpPr/>
          <p:nvPr/>
        </p:nvSpPr>
        <p:spPr>
          <a:xfrm rot="2366981">
            <a:off x="2167223" y="1356721"/>
            <a:ext cx="3274828" cy="735744"/>
          </a:xfrm>
          <a:prstGeom prst="ellipse">
            <a:avLst/>
          </a:prstGeom>
          <a:solidFill>
            <a:srgbClr val="FFFF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smtClean="0"/>
              <a:t>AI/ML</a:t>
            </a:r>
            <a:endParaRPr kumimoji="0" lang="en-US" sz="28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sym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43363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8" grpId="2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MODULE</a:t>
            </a:r>
            <a:r>
              <a:rPr kumimoji="0" lang="en-US" sz="4000" b="1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 3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smtClean="0">
                <a:solidFill>
                  <a:schemeClr val="tx1"/>
                </a:solidFill>
              </a:rPr>
              <a:t>To communicate with robot, we need code</a:t>
            </a:r>
          </a:p>
          <a:p>
            <a:pPr algn="ctr"/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PYTHON</a:t>
            </a:r>
            <a:endParaRPr lang="en-US" sz="48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n-US" sz="3600" b="1" dirty="0" smtClean="0">
                <a:solidFill>
                  <a:schemeClr val="tx1"/>
                </a:solidFill>
              </a:rPr>
              <a:t>Why?</a:t>
            </a:r>
          </a:p>
          <a:p>
            <a:pPr marL="742950" indent="-742950" algn="just">
              <a:buAutoNum type="arabicPeriod"/>
            </a:pPr>
            <a:r>
              <a:rPr lang="en-US" sz="3600" b="1" dirty="0" smtClean="0">
                <a:solidFill>
                  <a:schemeClr val="tx1"/>
                </a:solidFill>
              </a:rPr>
              <a:t>Free, open source</a:t>
            </a:r>
          </a:p>
          <a:p>
            <a:pPr marL="742950" indent="-742950" algn="just">
              <a:buAutoNum type="arabicPeriod"/>
            </a:pPr>
            <a:r>
              <a:rPr lang="en-US" sz="3600" b="1" dirty="0" smtClean="0">
                <a:solidFill>
                  <a:schemeClr val="tx1"/>
                </a:solidFill>
              </a:rPr>
              <a:t>Strong community support </a:t>
            </a:r>
          </a:p>
          <a:p>
            <a:pPr marL="742950" indent="-742950" algn="just">
              <a:buAutoNum type="arabicPeriod"/>
            </a:pPr>
            <a:r>
              <a:rPr lang="en-US" sz="3600" b="1" dirty="0" smtClean="0">
                <a:solidFill>
                  <a:schemeClr val="tx1"/>
                </a:solidFill>
              </a:rPr>
              <a:t>Easy syntax</a:t>
            </a:r>
          </a:p>
          <a:p>
            <a:pPr marL="742950" indent="-742950" algn="just">
              <a:buAutoNum type="arabicPeriod"/>
            </a:pPr>
            <a:r>
              <a:rPr lang="en-US" sz="3600" b="1" dirty="0" smtClean="0">
                <a:solidFill>
                  <a:schemeClr val="tx1"/>
                </a:solidFill>
              </a:rPr>
              <a:t>Many existing packages</a:t>
            </a:r>
          </a:p>
          <a:p>
            <a:pPr marL="742950" indent="-742950" algn="just">
              <a:buAutoNum type="arabicPeriod"/>
            </a:pPr>
            <a:endParaRPr lang="en-US" sz="36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9419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Steps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25330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87597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Steps in camera calibration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61711083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54592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55595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4000" b="1" dirty="0"/>
              <a:t>ROS - Robot Operating System</a:t>
            </a:r>
            <a:endParaRPr lang="en-US" sz="4000" b="1" dirty="0"/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 smtClean="0"/>
              <a:t>The </a:t>
            </a:r>
            <a:r>
              <a:rPr lang="en-US" sz="3600" dirty="0"/>
              <a:t>Robot Operating System (ROS) is a set of software libraries and tools that help you build robot applications. </a:t>
            </a:r>
            <a:endParaRPr lang="en-US" sz="36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600" dirty="0" smtClean="0"/>
              <a:t>Open source software.</a:t>
            </a:r>
          </a:p>
        </p:txBody>
      </p:sp>
    </p:spTree>
    <p:extLst>
      <p:ext uri="{BB962C8B-B14F-4D97-AF65-F5344CB8AC3E}">
        <p14:creationId xmlns:p14="http://schemas.microsoft.com/office/powerpoint/2010/main" val="35903169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070C0"/>
                </a:solidFill>
              </a:rPr>
              <a:t>REAL AND SIMULATED ROBOTS</a:t>
            </a:r>
            <a:endParaRPr kumimoji="0" lang="en-US" sz="6600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While ROS can be used with a large variety of hardware, you don't need an actual </a:t>
            </a:r>
            <a:r>
              <a:rPr lang="en-US" sz="2400" dirty="0" smtClean="0"/>
              <a:t>robot to </a:t>
            </a:r>
            <a:r>
              <a:rPr lang="en-US" sz="2400" dirty="0"/>
              <a:t>get started.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ROS </a:t>
            </a:r>
            <a:r>
              <a:rPr lang="en-US" sz="2400" dirty="0"/>
              <a:t>includes packages to run a number of robots in simulation so </a:t>
            </a:r>
            <a:r>
              <a:rPr lang="en-US" sz="2400" dirty="0" smtClean="0"/>
              <a:t>that we can </a:t>
            </a:r>
            <a:r>
              <a:rPr lang="en-US" sz="2400" dirty="0"/>
              <a:t>test </a:t>
            </a:r>
            <a:r>
              <a:rPr lang="en-US" sz="2400" dirty="0" smtClean="0"/>
              <a:t>our </a:t>
            </a:r>
            <a:r>
              <a:rPr lang="en-US" sz="2400" dirty="0"/>
              <a:t>programs before venturing into the real world</a:t>
            </a:r>
            <a:r>
              <a:rPr lang="en-US" sz="2400" dirty="0" smtClean="0"/>
              <a:t>.</a:t>
            </a:r>
          </a:p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Gazebo, Stage, and the </a:t>
            </a:r>
            <a:r>
              <a:rPr lang="en-US" sz="3200" b="1" dirty="0" err="1">
                <a:solidFill>
                  <a:schemeClr val="accent4">
                    <a:lumMod val="50000"/>
                  </a:schemeClr>
                </a:solidFill>
              </a:rPr>
              <a:t>ArbotiX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</a:rPr>
              <a:t>Simulator: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There are a number of ways to simulate a robot in ROS. </a:t>
            </a:r>
            <a:endParaRPr lang="en-US" sz="2400" dirty="0" smtClean="0"/>
          </a:p>
          <a:p>
            <a:pPr algn="just"/>
            <a:r>
              <a:rPr lang="en-US" sz="2400" dirty="0" smtClean="0"/>
              <a:t>1. </a:t>
            </a:r>
            <a:r>
              <a:rPr lang="en-US" sz="2400" b="1" dirty="0" smtClean="0">
                <a:solidFill>
                  <a:srgbClr val="7030A0"/>
                </a:solidFill>
              </a:rPr>
              <a:t>Gazebo</a:t>
            </a:r>
            <a:r>
              <a:rPr lang="en-US" sz="2400" dirty="0"/>
              <a:t>, a full-featured 3-D physics simulator that pre-dates ROS but now </a:t>
            </a:r>
            <a:r>
              <a:rPr lang="en-US" sz="2400" dirty="0" smtClean="0"/>
              <a:t>integrates nicely </a:t>
            </a:r>
            <a:r>
              <a:rPr lang="en-US" sz="2400" dirty="0"/>
              <a:t>with it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2. </a:t>
            </a:r>
            <a:r>
              <a:rPr lang="en-US" sz="2400" b="1" dirty="0" smtClean="0">
                <a:solidFill>
                  <a:srgbClr val="7030A0"/>
                </a:solidFill>
              </a:rPr>
              <a:t>Stage</a:t>
            </a:r>
            <a:r>
              <a:rPr lang="en-US" sz="2400" dirty="0"/>
              <a:t>, a simpler 2-D simulator that can manage </a:t>
            </a:r>
            <a:r>
              <a:rPr lang="en-US" sz="2400" dirty="0" smtClean="0"/>
              <a:t>multiple robots </a:t>
            </a:r>
            <a:r>
              <a:rPr lang="en-US" sz="2400" dirty="0"/>
              <a:t>and various sensors such as laser scanners</a:t>
            </a:r>
            <a:r>
              <a:rPr lang="en-US" sz="2400" dirty="0" smtClean="0"/>
              <a:t>.</a:t>
            </a:r>
          </a:p>
          <a:p>
            <a:pPr algn="just"/>
            <a:r>
              <a:rPr lang="en-US" sz="2400" dirty="0" smtClean="0"/>
              <a:t>3. Michael Ferguson's </a:t>
            </a:r>
            <a:r>
              <a:rPr lang="en-US" sz="2400" b="1" dirty="0" err="1">
                <a:solidFill>
                  <a:srgbClr val="7030A0"/>
                </a:solidFill>
              </a:rPr>
              <a:t>arbotix_python</a:t>
            </a:r>
            <a:r>
              <a:rPr lang="en-US" sz="2400" b="1" dirty="0">
                <a:solidFill>
                  <a:srgbClr val="7030A0"/>
                </a:solidFill>
              </a:rPr>
              <a:t> package </a:t>
            </a:r>
            <a:r>
              <a:rPr lang="en-US" sz="2400" dirty="0" smtClean="0"/>
              <a:t>that </a:t>
            </a:r>
            <a:r>
              <a:rPr lang="en-US" sz="2400" dirty="0"/>
              <a:t>can run a fake simulation of a differential drive robot </a:t>
            </a:r>
            <a:r>
              <a:rPr lang="en-US" sz="2400" dirty="0" smtClean="0"/>
              <a:t>but without </a:t>
            </a:r>
            <a:r>
              <a:rPr lang="en-US" sz="2400" dirty="0"/>
              <a:t>sensor feedback or any physics.</a:t>
            </a:r>
            <a:endParaRPr lang="en-US" sz="8000" b="1" dirty="0" smtClean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9127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6077" y="780380"/>
            <a:ext cx="11283153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Gazebo, Stage, and the </a:t>
            </a:r>
            <a:r>
              <a:rPr lang="en-US" sz="4800" b="1" dirty="0" err="1">
                <a:solidFill>
                  <a:schemeClr val="accent3">
                    <a:lumMod val="75000"/>
                  </a:schemeClr>
                </a:solidFill>
              </a:rPr>
              <a:t>ArbotiX</a:t>
            </a: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 Simulator</a:t>
            </a:r>
            <a:endParaRPr kumimoji="0" lang="en-US" sz="8800" b="1" i="0" u="none" strike="noStrike" cap="none" spc="0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FillTx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2090" y="2154609"/>
            <a:ext cx="114071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NewRomanPSMT"/>
              </a:rPr>
              <a:t>The last </a:t>
            </a:r>
            <a:r>
              <a:rPr lang="en-US" sz="3600" dirty="0">
                <a:latin typeface="TimesNewRomanPSMT"/>
              </a:rPr>
              <a:t>method as it is </a:t>
            </a:r>
            <a:r>
              <a:rPr lang="en-US" sz="3600" dirty="0" smtClean="0">
                <a:latin typeface="TimesNewRomanPSMT"/>
              </a:rPr>
              <a:t>the simplest </a:t>
            </a:r>
            <a:r>
              <a:rPr lang="en-US" sz="3600" dirty="0">
                <a:latin typeface="TimesNewRomanPSMT"/>
              </a:rPr>
              <a:t>to set up and we don't need physics for our purposes</a:t>
            </a:r>
            <a:r>
              <a:rPr lang="en-US" sz="3600" dirty="0" smtClean="0">
                <a:latin typeface="TimesNewRomanPSMT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NewRomanPSMT"/>
              </a:rPr>
              <a:t>Gazebo and Stage but be prepared to spend a little time working on the details</a:t>
            </a:r>
            <a:r>
              <a:rPr lang="en-US" sz="3600" dirty="0" smtClean="0">
                <a:latin typeface="TimesNewRomanPSMT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NewRomanPSMT"/>
              </a:rPr>
              <a:t>Gazebo in particular demands a fair bit of CPU power</a:t>
            </a:r>
            <a:r>
              <a:rPr lang="en-US" sz="3600" dirty="0" smtClean="0">
                <a:latin typeface="TimesNewRomanPSM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08430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6077" y="780380"/>
            <a:ext cx="11283153" cy="769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4400" b="1" dirty="0" err="1">
                <a:solidFill>
                  <a:schemeClr val="accent3">
                    <a:lumMod val="75000"/>
                  </a:schemeClr>
                </a:solidFill>
              </a:rPr>
              <a:t>TurtleBot</a:t>
            </a: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, Maxwell and Pi Robot</a:t>
            </a:r>
            <a:endParaRPr kumimoji="0" lang="en-US" sz="28700" b="1" i="0" u="none" strike="noStrike" cap="none" spc="0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FillTx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2090" y="2154609"/>
            <a:ext cx="114071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NewRomanPSMT"/>
              </a:rPr>
              <a:t>we need a robot that we can at least run in simulation </a:t>
            </a:r>
            <a:r>
              <a:rPr lang="en-US" sz="3600" dirty="0" smtClean="0">
                <a:latin typeface="TimesNewRomanPSMT"/>
              </a:rPr>
              <a:t>to test </a:t>
            </a:r>
            <a:r>
              <a:rPr lang="en-US" sz="3600" dirty="0">
                <a:latin typeface="TimesNewRomanPSMT"/>
              </a:rPr>
              <a:t>our code. </a:t>
            </a:r>
            <a:endParaRPr lang="en-US" sz="3600" dirty="0" smtClean="0">
              <a:latin typeface="TimesNewRomanPSM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NewRomanPSMT"/>
              </a:rPr>
              <a:t>The </a:t>
            </a:r>
            <a:r>
              <a:rPr lang="en-US" sz="2800" dirty="0" err="1">
                <a:latin typeface="CourierNewPSMT"/>
              </a:rPr>
              <a:t>ros</a:t>
            </a:r>
            <a:r>
              <a:rPr lang="en-US" sz="2800" dirty="0">
                <a:latin typeface="CourierNewPSMT"/>
              </a:rPr>
              <a:t>-by-example </a:t>
            </a:r>
            <a:r>
              <a:rPr lang="en-US" sz="3600" dirty="0">
                <a:latin typeface="TimesNewRomanPSMT"/>
              </a:rPr>
              <a:t>repository includes support for two test robots,</a:t>
            </a:r>
          </a:p>
          <a:p>
            <a:pPr marL="742950" indent="-742950">
              <a:buAutoNum type="arabicPeriod"/>
            </a:pPr>
            <a:r>
              <a:rPr lang="en-US" sz="3600" dirty="0">
                <a:latin typeface="TimesNewRomanPSMT"/>
              </a:rPr>
              <a:t>T</a:t>
            </a:r>
            <a:r>
              <a:rPr lang="en-US" sz="3600" dirty="0" smtClean="0">
                <a:latin typeface="TimesNewRomanPSMT"/>
              </a:rPr>
              <a:t>he </a:t>
            </a:r>
            <a:r>
              <a:rPr lang="en-US" sz="3600" dirty="0">
                <a:latin typeface="TimesNewRomanPSMT"/>
              </a:rPr>
              <a:t>Willow Garage </a:t>
            </a:r>
            <a:r>
              <a:rPr lang="en-US" sz="3600" dirty="0" err="1">
                <a:solidFill>
                  <a:srgbClr val="0000FF"/>
                </a:solidFill>
                <a:latin typeface="TimesNewRomanPSMT"/>
              </a:rPr>
              <a:t>TurtleBot</a:t>
            </a:r>
            <a:r>
              <a:rPr lang="en-US" sz="3600" dirty="0">
                <a:solidFill>
                  <a:srgbClr val="0000FF"/>
                </a:solidFill>
                <a:latin typeface="TimesNewRomanPSMT"/>
              </a:rPr>
              <a:t> </a:t>
            </a:r>
            <a:r>
              <a:rPr lang="en-US" sz="3600" dirty="0">
                <a:latin typeface="TimesNewRomanPSMT"/>
              </a:rPr>
              <a:t>created by </a:t>
            </a:r>
            <a:r>
              <a:rPr lang="en-US" sz="3600" dirty="0" err="1">
                <a:solidFill>
                  <a:srgbClr val="0000FF"/>
                </a:solidFill>
                <a:latin typeface="TimesNewRomanPSMT"/>
              </a:rPr>
              <a:t>Melonee</a:t>
            </a:r>
            <a:r>
              <a:rPr lang="en-US" sz="3600" dirty="0">
                <a:solidFill>
                  <a:srgbClr val="0000FF"/>
                </a:solidFill>
                <a:latin typeface="TimesNewRomanPSMT"/>
              </a:rPr>
              <a:t> Wise </a:t>
            </a:r>
            <a:r>
              <a:rPr lang="en-US" sz="3600" dirty="0" smtClean="0">
                <a:solidFill>
                  <a:srgbClr val="0000FF"/>
                </a:solidFill>
                <a:latin typeface="TimesNewRomanPSMT"/>
              </a:rPr>
              <a:t>and Tully Foote</a:t>
            </a:r>
            <a:endParaRPr lang="en-US" sz="3600" dirty="0">
              <a:latin typeface="TimesNewRomanPSMT"/>
            </a:endParaRPr>
          </a:p>
          <a:p>
            <a:pPr marL="742950" indent="-742950">
              <a:buAutoNum type="arabicPeriod"/>
            </a:pPr>
            <a:r>
              <a:rPr lang="en-US" sz="3600" dirty="0" smtClean="0">
                <a:latin typeface="TimesNewRomanPSMT"/>
              </a:rPr>
              <a:t>The </a:t>
            </a:r>
            <a:r>
              <a:rPr lang="en-US" sz="3600" dirty="0">
                <a:latin typeface="TimesNewRomanPSMT"/>
              </a:rPr>
              <a:t>author's own home-built robot </a:t>
            </a:r>
            <a:r>
              <a:rPr lang="en-US" sz="3600" dirty="0" smtClean="0">
                <a:latin typeface="TimesNewRomanPSMT"/>
              </a:rPr>
              <a:t>called </a:t>
            </a:r>
            <a:r>
              <a:rPr lang="en-US" sz="3600" dirty="0" smtClean="0">
                <a:solidFill>
                  <a:srgbClr val="0000FF"/>
                </a:solidFill>
                <a:latin typeface="TimesNewRomanPSMT"/>
              </a:rPr>
              <a:t>Pi </a:t>
            </a:r>
            <a:r>
              <a:rPr lang="en-US" sz="3600" dirty="0">
                <a:solidFill>
                  <a:srgbClr val="0000FF"/>
                </a:solidFill>
                <a:latin typeface="TimesNewRomanPSMT"/>
              </a:rPr>
              <a:t>Robot</a:t>
            </a:r>
            <a:r>
              <a:rPr lang="en-US" sz="3600" dirty="0">
                <a:latin typeface="TimesNewRomanPSMT"/>
              </a:rPr>
              <a:t>.</a:t>
            </a:r>
            <a:endParaRPr lang="en-US" sz="3600" dirty="0" smtClean="0">
              <a:latin typeface="TimesNewRomanPSMT"/>
            </a:endParaRPr>
          </a:p>
        </p:txBody>
      </p:sp>
    </p:spTree>
    <p:extLst>
      <p:ext uri="{BB962C8B-B14F-4D97-AF65-F5344CB8AC3E}">
        <p14:creationId xmlns:p14="http://schemas.microsoft.com/office/powerpoint/2010/main" val="3401375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20" y="1162852"/>
            <a:ext cx="3383200" cy="4941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714" y="920290"/>
            <a:ext cx="3755638" cy="54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315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t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79495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 smtClean="0">
                <a:latin typeface="TimesNewRomanPSMT"/>
              </a:rPr>
              <a:t>Pi </a:t>
            </a:r>
            <a:r>
              <a:rPr lang="en-US" sz="3600" dirty="0">
                <a:latin typeface="TimesNewRomanPSMT"/>
              </a:rPr>
              <a:t>was inspired by </a:t>
            </a:r>
            <a:r>
              <a:rPr lang="en-US" sz="3600" dirty="0">
                <a:solidFill>
                  <a:srgbClr val="0000FF"/>
                </a:solidFill>
                <a:latin typeface="TimesNewRomanPSMT"/>
              </a:rPr>
              <a:t>Michael </a:t>
            </a:r>
            <a:r>
              <a:rPr lang="en-US" sz="3600" dirty="0" smtClean="0">
                <a:solidFill>
                  <a:srgbClr val="0000FF"/>
                </a:solidFill>
                <a:latin typeface="TimesNewRomanPSMT"/>
              </a:rPr>
              <a:t>Ferguson's </a:t>
            </a:r>
            <a:r>
              <a:rPr lang="en-US" sz="3600" dirty="0">
                <a:solidFill>
                  <a:srgbClr val="0000FF"/>
                </a:solidFill>
                <a:latin typeface="TimesNewRomanPSMT"/>
              </a:rPr>
              <a:t>Maxwell </a:t>
            </a:r>
            <a:r>
              <a:rPr lang="en-US" sz="3600" dirty="0">
                <a:latin typeface="TimesNewRomanPSMT"/>
              </a:rPr>
              <a:t>which </a:t>
            </a:r>
            <a:r>
              <a:rPr lang="en-US" sz="3600" dirty="0" smtClean="0">
                <a:latin typeface="TimesNewRomanPSMT"/>
              </a:rPr>
              <a:t>in turn </a:t>
            </a:r>
            <a:r>
              <a:rPr lang="en-US" sz="3600" dirty="0">
                <a:latin typeface="TimesNewRomanPSMT"/>
              </a:rPr>
              <a:t>was modeled after Georgia Tech's </a:t>
            </a:r>
            <a:r>
              <a:rPr lang="en-US" sz="3600" dirty="0">
                <a:solidFill>
                  <a:srgbClr val="0000FF"/>
                </a:solidFill>
                <a:latin typeface="TimesNewRomanPSMT"/>
              </a:rPr>
              <a:t>EL-E </a:t>
            </a:r>
            <a:r>
              <a:rPr lang="en-US" sz="3600" dirty="0">
                <a:latin typeface="TimesNewRomanPSMT"/>
              </a:rPr>
              <a:t>robot</a:t>
            </a:r>
            <a:r>
              <a:rPr lang="en-US" sz="3600" dirty="0" smtClean="0">
                <a:latin typeface="TimesNewRomanPSMT"/>
              </a:rPr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NewRomanPSMT"/>
              </a:rPr>
              <a:t>In any event, most of the code </a:t>
            </a:r>
            <a:r>
              <a:rPr lang="en-US" sz="3600" dirty="0" smtClean="0">
                <a:latin typeface="TimesNewRomanPSMT"/>
              </a:rPr>
              <a:t>we develop </a:t>
            </a:r>
            <a:r>
              <a:rPr lang="en-US" sz="3600" dirty="0">
                <a:latin typeface="TimesNewRomanPSMT"/>
              </a:rPr>
              <a:t>will run on almost any </a:t>
            </a:r>
            <a:r>
              <a:rPr lang="en-US" sz="3600" dirty="0" smtClean="0">
                <a:latin typeface="TimesNewRomanPSMT"/>
              </a:rPr>
              <a:t>robot </a:t>
            </a:r>
            <a:r>
              <a:rPr lang="en-US" sz="3600" dirty="0">
                <a:latin typeface="TimesNewRomanPSMT"/>
              </a:rPr>
              <a:t>that supports </a:t>
            </a:r>
            <a:r>
              <a:rPr lang="en-US" sz="3600" dirty="0" smtClean="0">
                <a:latin typeface="TimesNewRomanPSMT"/>
              </a:rPr>
              <a:t>the basic </a:t>
            </a:r>
            <a:r>
              <a:rPr lang="en-US" sz="3600" dirty="0">
                <a:latin typeface="TimesNewRomanPSMT"/>
              </a:rPr>
              <a:t>ROS message interfaces</a:t>
            </a:r>
            <a:r>
              <a:rPr lang="en-US" sz="3600" dirty="0" smtClean="0">
                <a:latin typeface="TimesNewRomanPSMT"/>
              </a:rPr>
              <a:t>.</a:t>
            </a:r>
            <a:endParaRPr lang="en-US" sz="3600" b="1" dirty="0" smtClean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274" y="1329509"/>
            <a:ext cx="2810267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587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t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smtClean="0">
                <a:solidFill>
                  <a:schemeClr val="tx1"/>
                </a:solidFill>
              </a:rPr>
              <a:t>a</a:t>
            </a:r>
            <a:endParaRPr lang="en-US" sz="3600" b="1" dirty="0" smtClean="0">
              <a:solidFill>
                <a:schemeClr val="tx1"/>
              </a:solidFill>
            </a:endParaRPr>
          </a:p>
          <a:p>
            <a:pPr marL="742950" indent="-742950" algn="just">
              <a:buAutoNum type="arabicPeriod"/>
            </a:pPr>
            <a:endParaRPr lang="en-US" sz="36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5038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17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t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smtClean="0">
                <a:solidFill>
                  <a:schemeClr val="tx1"/>
                </a:solidFill>
              </a:rPr>
              <a:t>a</a:t>
            </a:r>
            <a:endParaRPr lang="en-US" sz="3600" b="1" dirty="0" smtClean="0">
              <a:solidFill>
                <a:schemeClr val="tx1"/>
              </a:solidFill>
            </a:endParaRPr>
          </a:p>
          <a:p>
            <a:pPr marL="742950" indent="-742950" algn="just">
              <a:buAutoNum type="arabicPeriod"/>
            </a:pPr>
            <a:endParaRPr lang="en-US" sz="36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2287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EF1-EF29-0314-CAB7-C176955AE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A73DC242-AF22-B35D-3223-61A9E85B5D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14137" y="454968"/>
            <a:ext cx="245404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9161A3-12A6-D71A-658B-FAA0AFBC9830}"/>
              </a:ext>
            </a:extLst>
          </p:cNvPr>
          <p:cNvSpPr txBox="1">
            <a:spLocks/>
          </p:cNvSpPr>
          <p:nvPr/>
        </p:nvSpPr>
        <p:spPr>
          <a:xfrm>
            <a:off x="476077" y="2674620"/>
            <a:ext cx="11407140" cy="377010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2pPr>
            <a:lvl3pPr marL="1234439" marR="0" indent="-320039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Segoe UI"/>
              </a:defRPr>
            </a:lvl9pPr>
          </a:lstStyle>
          <a:p>
            <a:pPr lvl="0" algn="just" eaLnBrk="0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500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04720" y="454968"/>
            <a:ext cx="770128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Segoe UI"/>
              </a:rPr>
              <a:t>t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6077" y="1503680"/>
            <a:ext cx="11407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b="1" dirty="0" smtClean="0">
                <a:solidFill>
                  <a:schemeClr val="tx1"/>
                </a:solidFill>
              </a:rPr>
              <a:t>a</a:t>
            </a:r>
            <a:endParaRPr lang="en-US" sz="3600" b="1" dirty="0" smtClean="0">
              <a:solidFill>
                <a:schemeClr val="tx1"/>
              </a:solidFill>
            </a:endParaRPr>
          </a:p>
          <a:p>
            <a:pPr marL="742950" indent="-742950" algn="just">
              <a:buAutoNum type="arabicPeriod"/>
            </a:pPr>
            <a:endParaRPr lang="en-US" sz="3600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9887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2F2F2"/>
      </a:lt1>
      <a:dk2>
        <a:srgbClr val="A7A7A7"/>
      </a:dk2>
      <a:lt2>
        <a:srgbClr val="535353"/>
      </a:lt2>
      <a:accent1>
        <a:srgbClr val="012347"/>
      </a:accent1>
      <a:accent2>
        <a:srgbClr val="003466"/>
      </a:accent2>
      <a:accent3>
        <a:srgbClr val="003F7D"/>
      </a:accent3>
      <a:accent4>
        <a:srgbClr val="FC8C01"/>
      </a:accent4>
      <a:accent5>
        <a:srgbClr val="FE7702"/>
      </a:accent5>
      <a:accent6>
        <a:srgbClr val="FF5004"/>
      </a:accent6>
      <a:hlink>
        <a:srgbClr val="0000FF"/>
      </a:hlink>
      <a:folHlink>
        <a:srgbClr val="FF00FF"/>
      </a:folHlink>
    </a:clrScheme>
    <a:fontScheme name="Custom 1">
      <a:majorFont>
        <a:latin typeface="Helvetica"/>
        <a:ea typeface="Helvetica"/>
        <a:cs typeface="Helvetica"/>
      </a:majorFont>
      <a:minorFont>
        <a:latin typeface="Calibri"/>
        <a:ea typeface="Segoe UI"/>
        <a:cs typeface="Segoe U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2347"/>
      </a:accent1>
      <a:accent2>
        <a:srgbClr val="003466"/>
      </a:accent2>
      <a:accent3>
        <a:srgbClr val="003F7D"/>
      </a:accent3>
      <a:accent4>
        <a:srgbClr val="FC8C01"/>
      </a:accent4>
      <a:accent5>
        <a:srgbClr val="FE7702"/>
      </a:accent5>
      <a:accent6>
        <a:srgbClr val="FF5004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Segoe UI"/>
        <a:ea typeface="Segoe UI"/>
        <a:cs typeface="Segoe U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egoe U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25824</TotalTime>
  <Words>572</Words>
  <Application>Microsoft Office PowerPoint</Application>
  <PresentationFormat>Widescreen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CourierNewPSMT</vt:lpstr>
      <vt:lpstr>Helvetica</vt:lpstr>
      <vt:lpstr>Manrope ExtraBold</vt:lpstr>
      <vt:lpstr>Segoe UI</vt:lpstr>
      <vt:lpstr>Times New Roman</vt:lpstr>
      <vt:lpstr>TimesNewRomanPSMT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ngopa</dc:creator>
  <cp:lastModifiedBy>admin</cp:lastModifiedBy>
  <cp:revision>1002</cp:revision>
  <dcterms:modified xsi:type="dcterms:W3CDTF">2026-04-05T17:22:18Z</dcterms:modified>
</cp:coreProperties>
</file>